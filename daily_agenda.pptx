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notesMasterIdLst>
    <p:notesMasterId r:id="rId8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8/4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Course Introduction   ·   First Day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course expectations and math norms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Course Introduction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&amp; classroom expectations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norms / Building Thinking Classrooms launch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8/5  &amp;  8/6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 System   ·   NC.8.NS.1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Real Number System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operations with integers (one digit)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 System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RNS anchor chart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Integer/fraction operations warm-up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Exit ticket — classify 5 numbers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8/7  &amp;  8/10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 System   ·   NC.8.NS.1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+/- with multi-digit integers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squares &amp; square roots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vs. irrational numbers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Classification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practice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division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card sort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1.2b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8/11  &amp;  8/12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 System   ·   NC.8.NS.1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multiplication &amp; division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Fractions: reduce, convert, operate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roots of non-perfect squares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vs. irrational — perfect square chart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estimation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Perfect squares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8/13  &amp;  8/14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 System   ·   NC.8.NS.2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multiplication &amp; division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Fractions: reduce, convert, operate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with rational &amp; irrational numbers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Numbers; Irrational Numbers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line estimation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1.5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8/17  &amp;  8/18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 System   ·   NC.8.NS.2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multiplication &amp; long division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fractions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numbers in the RNS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with rational &amp; irrational numbers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Numbers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line ordering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Compare &amp; order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8/19  &amp;  8/20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 System   ·   NC.8.NS.2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square roots of non-perfect squares on a number line and with an algorithm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Mixed Numbers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Stations: converting, estimating, ordering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Exit ticket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8/21  &amp;  8/24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 System   ·   NC.8.NS.1 &amp; 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practice day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non-perfect squares with an algorithm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RNS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games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review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8/25  &amp;  8/26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 System   ·   NC.8.NS.1 &amp; 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mastery of the Real Number System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RNS Review + Unit Assessment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guide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Quiz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8/27  &amp;  8/28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Exponents &amp; Scientific Notation   ·   NC.8.EE.1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exponents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 and expand figures with exponents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Exponents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warm-up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 (2.1)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Condensing/expanding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Understanding exponents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8/31  &amp;  9/1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Exponents &amp; Scientific Notation   ·   NC.8.EE.1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variable/integer base vs. monomial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and division with exponents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Rules (Multiplication &amp; Division)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Multiplying/dividing powers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base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2.2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  &amp;  9/3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Exponents &amp; Scientific Notation   ·   NC.8.EE.1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Power-to-a-power rule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exponents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exponents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Power-to-a-Power; Negative &amp; Zero Exponents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models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exponent exploration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Negative/zero exponents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9/8  &amp;  9/9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Exponents &amp; Scientific Notation   ·   NC.8.EE.1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exponent rules to advanced problems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Exponent Rule Problems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Stations: simplify, compare, evaluate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Exit ticket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  &amp;  9/11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Exponents &amp; Scientific Notation   ·   NC.8.EE.1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exponent rules to advanced problems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Rules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games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2.2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9/14  &amp;  9/15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Exponents &amp; Scientific Notation   ·   NC.8.EE.3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scientific notation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magnitudes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Notation (Intro)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comparisons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Convert standard/scientific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9/16  &amp;  9/17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Exponents &amp; Scientific Notation   ·   NC.8.EE.3 &amp; 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numbers in scientific notation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between standard and scientific notation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with Scientific Notation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problems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comparisons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2.3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9/18  &amp;  9/21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Exponents &amp; Scientific Notation   ·   NC.8.EE.3 &amp; 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with scientific notation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problems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Notation Practice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Stations: convert, compare, operate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Exit ticket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9/22  &amp;  9/23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Exponents &amp; Scientific Notation   ·   NC.8.EE.1, 3, 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with scientific notation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problems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guide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 / DeltaMath review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9/24  &amp;  9/25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Exponents &amp; Scientific Notation   ·   NC.8.EE.1, 3, 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exponent rules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scientific notation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Test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10/6  &amp;  10/7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Equations &amp; Inequalities   ·   NC.8.EE.7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one- and two-step equations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and Two-Step Equations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 (3.1, 3.2)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with inverse operations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One- &amp; two-step equations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10/8  &amp;  10/9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Equations &amp; Inequalities   ·   NC.8.EE.7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one- and two-step equations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and Two-Step Equations (Day 2)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Stations: isolate variable, check solutions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3.1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10/12  &amp;  10/13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Equations &amp; Inequalities   ·   NC.8.EE.7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Distributive property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on both sides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equations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Distributive Property &amp; Variables on Both Sides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 (3.3)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like terms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Distributive property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10/14  &amp;  10/15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Equations &amp; Inequalities   ·   NC.8.EE.7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Distributive property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on both sides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equations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Equations (Day 2)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for solving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3.2–3.4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10/16  &amp;  10/19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Equations &amp; Inequalities   ·   NC.8.EE.7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Distributive property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on both sides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equations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Equations (Day 3)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Stations: simplify, isolate, check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Exit ticket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10/20  &amp;  10/21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Equations &amp; Inequalities   ·   NC.8.EE.7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Distributive property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on both sides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equations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Equations (Day 4)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application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Variables on both sides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10/22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Equations &amp; Inequalities   ·   NC.8.EE.7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Distributive property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on both sides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equations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Inequalities &amp; Number of Solutions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Graphing inequalities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One/no/infinite solutions exploration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3.5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10/26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Equations &amp; Inequalities   ·   NC.8.EE.7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and graph linear inequalities on a number line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if an equation has one, none, or infinite solutions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Inequalities (Day 2) &amp; Number of Solutions (Day 2)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Stations: solve, graph, classify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Number of solutions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10/27  &amp;  10/28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Equations &amp; Inequalities   ·   NC.8.EE.7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and graph linear inequalities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number of solutions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Problems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 (3.6b)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3.5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10/29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Equations &amp; Inequalities   ·   NC.8.EE.7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algebraic expressions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equations for and solve word problems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guide (3.7)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 / DeltaMath review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Equations &amp; Inequalities   ·   NC.8.EE.7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solving equations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inequalities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word problems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Test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11/3  &amp;  11/4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Relationships   ·   NC.8.G.5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classification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lines, angles &amp; vertices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vs. vertical angles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vs. supplementary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 (Types of Angles, 4.1)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classification practice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measure puzzles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comp./supp./vertical/adjacent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11/5  &amp;  11/6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Relationships   ·   NC.8.G.5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classification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lines, angles &amp; vertices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vs. vertical angles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vs. supplementary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Review Day 2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vs. vertical pair exploration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relationship stations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4.1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11/9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Relationships   ·   NC.8.G.5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classification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lines, angles &amp; vertices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vs. vertical angles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vs. supplementary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Lines &amp; Transversals (Day 1)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 (4.2)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alternate interior/exterior, corresponding, same-side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Transversal angle types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11/12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Relationships   ·   NC.8.G.5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classification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lines, angles &amp; vertices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vs. vertical angles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vs. supplementary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Lines &amp; Transversals (Day 2)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parallel line rules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angle solving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4.2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11/13  &amp;  11/16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Relationships   ·   NC.8.G.5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angle relationships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missing angles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Angle Relationships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missing triangle angles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Triangle angle-sum &amp; exterior angle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11/17  &amp;  11/18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Relationships   ·   NC.8.G.5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angle relationships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missing angles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angle problems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guide (4.4)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Quiz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11/19  &amp;  11/20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Relationships   ·   NC.8.G.5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angle classification &amp; relationships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parallel lines &amp; transversals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triangle angle-sum theorems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Test — Angle Relationships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relationship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retakes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11/23  &amp;  11/24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Relationships   ·   NC.8.G.5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angle classification &amp; relationships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parallel lines &amp; transversals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triangle angle-sum theorems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Extension / Optional Retake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games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Reteach / Retake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Pythagorean Theorem   ·   NC.8.G.6 &amp; 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parts of a right triangle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missing sides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Pythagorean Theorem (Intro)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 (5.1)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leg/hypotenuse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PT — find missing side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  &amp;  1/7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Pythagorean Theorem   ·   NC.8.G.6 &amp; 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parts of a right triangle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missing sides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Pythagorean Theorem Day 2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 exploration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vs. not-right triangle classification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5.1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  &amp;  1/11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Pythagorean Theorem   ·   NC.8.G.7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missing sides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a triangle is a right triangle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Pythagorean Theorem Day 3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diagonal problems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creation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PT word problems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1/12  &amp;  1/13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Pythagorean Theorem   ·   NC.8.G.8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free-body diagrams for word problems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PT to solve word problems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Between Two Points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plane practice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formula application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5.3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1/14  &amp;  1/15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Pythagorean Theorem   ·   NC.8.G.6, 7, 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PT to solve for distance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Pythagorean &amp; distance practice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guide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Test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1/20  &amp;  1/21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Pythagorean Theorem   ·   NC.8.G.6, 7, 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missing sides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right triangles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distance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problems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Test — Pythagorean Theorem &amp; Distance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retakes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1/22  &amp;  1/25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 ·   NC.8.F.1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vs. relations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evaluate functions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(Intro)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 (6.0)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vs. relation sorting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functions from tables/graphs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Identify functions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1/26  &amp;  1/27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 ·   NC.8.F.1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domain &amp; range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and compare functions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Day 2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range practice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functions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6.2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1/28  &amp;  1/29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 ·   NC.8.F.1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Identify, evaluate, describe &amp; compare functions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domain &amp; range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vs. decreasing; linear vs. non-linear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Day 3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Stations: graph, table, mapping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Exit ticket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  &amp;  2/2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 ·   NC.8.F.3 &amp; 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relationships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Functions &amp; Slope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from a graph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from two points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6.3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  &amp;  2/4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 ·   NC.8.F.3 &amp; 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slope from a graph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slope from two points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Day 2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stations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 comparisons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Slope skills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2/8  &amp;  2/9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 ·   NC.8.F.3 &amp; 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slope-intercept form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write slope-intercept form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Slope-Intercept Form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Graphing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6.4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  &amp;  2/11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 ·   NC.8.F.3 &amp; 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slope-intercept form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write slope-intercept form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Slope-Intercept Form Day 2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Exit ticket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2/12  &amp;  2/15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 ·   NC.8.F.2, 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slope-intercept form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write slope-intercept form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Functions from Tables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Table-to-equation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6.5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2/16  &amp;  2/17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 ·   NC.8.F.2, 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write linear equations from tables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Functions from Tables Day 2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Stations: identify slope, y-intercept, write equation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Linear functions from tables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2/18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 ·   NC.8.F.2, 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write linear equations from tables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 &amp; Point-Slope Form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Parallel/perpendicular slopes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6.6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2/22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 ·   NC.8.F.2, 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standard form to slope-intercept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equations with point-slope form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slopes of parallel &amp; perpendicular lines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&amp; Point-Slope Day 2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Exit ticket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2/23  &amp;  2/24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 ·   NC.8.F (all)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equations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problems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Equations (Graphing)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problems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Graphing systems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6.7 &amp; 6.8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2/25  &amp;  2/26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 ·   NC.8.F.1–4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functions, slope &amp; linear equations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guide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 / DeltaMath review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  &amp;  3/2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 ·   NC.8.F.1–4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Unit 6 skills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6 Test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 &amp;  3/4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  ·   NC.8.SP.1–3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of best fit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scatter plots from real-world data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clusters, outliers, associations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Interpret scatter plots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3/8  &amp;  3/9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  ·   NC.8.SP.2 &amp; 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of best fit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Day 2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of best fit practice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tasks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7.1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  &amp;  3/11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  ·   NC.8.SP.4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two-way frequency tables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Frequency Tables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frequency tables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Two-way tables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  &amp;  3/15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  ·   NC.8.SP.4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frequency tables for percentages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relative frequency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Tables Day 2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frequency practice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categorical relationships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 7.2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3/16  &amp;  3/17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  ·   NC.8.SP.1–4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scatter plots, line of best fit &amp; two-way tables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guide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 / DeltaMath review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3/18  &amp;  3/19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  ·   NC.8.SP.1–4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Unit 7 skills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7 Test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  &amp;  4/7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Dilations   ·   NC.8.G.2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coordinate plane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Congruence &amp; translations, reflections, rotations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(Intro)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 (71–73)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Graphing basic transformations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Identify transformations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  &amp;  4/9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Dilations   ·   NC.8.G.2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coordinate plane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Congruence &amp; translations, reflections, rotations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Day 2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Stations: translate, reflect, rotate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Congruence discussion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DeltaMath: transformations</a:t>
            </a:r>
            <a:endParaRPr lang="en-US" sz="1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  &amp;  4/13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Dilations   ·   NC.8.G.3 &amp; 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figures &amp; corresponding parts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factor; solve for missing sides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Dilations (Intro)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 (68–70)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 practice (on/off the coordinate plane)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Dilations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  &amp;  4/15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Dilations   ·   NC.8.G.3 &amp; 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Dilations on the coordinate plane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Dilations Day 2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reasoning tasks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Corresponding parts identification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DeltaMath: dilations</a:t>
            </a:r>
            <a:endParaRPr lang="en-US" sz="1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4/19  &amp;  4/20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Dilations   ·   NC.8.G.4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Dilations on the coordinate plane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Dilations Day 3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Graphing dilations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Enlargement vs. reduction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Exit ticket</a:t>
            </a:r>
            <a:endParaRPr lang="en-US" sz="1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4/21  &amp;  4/22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Dilations   ·   NC.8.G.4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transformations &amp; dilations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Dilations Day 4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reasoning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 / DeltaMath review</a:t>
            </a:r>
            <a:endParaRPr lang="en-US" sz="1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4/26  &amp;  4/27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Dilations   ·   NC.8.G.2, 3, 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transformations &amp; dilations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Test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guide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8 Quiz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4/28  &amp;  4/29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Cylinders, Cones &amp; Spheres   ·   NC.8.G.9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cylinders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cones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spheres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Cylinders, Cones &amp; Spheres (Intro)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notes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identification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 volume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IXL: Cylinder volume</a:t>
            </a:r>
            <a:endParaRPr lang="en-US"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4/30  &amp;  5/3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Cylinders, Cones &amp; Spheres   ·   NC.8.G.9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cylinders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cones</a:t>
            </a:r>
            <a:endParaRPr lang="en-US" sz="17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spheres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Day 2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 volume practice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 volume practice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volumes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DeltaMath: volume sets</a:t>
            </a:r>
            <a:endParaRPr lang="en-US" sz="1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5/4  &amp;  5/5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Cylinders, Cones &amp; Spheres   ·   NC.8.G.9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volume of cylinders, cones &amp; spheres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Day 3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problems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800" dirty="0"/>
          </a:p>
          <a:p>
            <a:pPr algn="l" marL="203200" indent="-203200">
              <a:buSzPct val="100000"/>
              <a:buChar char="•"/>
            </a:pPr>
            <a:r>
              <a:rPr lang="en-US" sz="1800" i="1" dirty="0">
                <a:solidFill>
                  <a:srgbClr val="5B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Mixed practice</a:t>
            </a:r>
            <a:endParaRPr lang="en-US" sz="1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  &amp;  5/7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Cylinders, Cones &amp; Spheres   ·   NC.8.G.9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volume skills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Test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guide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9 Quiz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  &amp;  5/11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Review   ·   NC.8.NS.1–2, 8.EE.1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 System &amp; exponent rules — spiral review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order real numbers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properties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  &amp;  5/13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Review   ·   NC.8.EE.3–4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notation &amp; operations — spiral review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Convert, compare, multiply/divide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problems</a:t>
            </a:r>
            <a:endParaRPr lang="en-US" sz="1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5/17  &amp;  5/18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Review   ·   NC.8.EE.7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&amp; inequalities — spiral review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Multi-step; variables on both sides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types &amp; graphing</a:t>
            </a:r>
            <a:endParaRPr lang="en-US" sz="1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5/19  &amp;  5/20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Review   ·   NC.8.F.1–4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slope — spiral review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functions; slope-intercept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</a:t>
            </a:r>
            <a:endParaRPr lang="en-US" sz="1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5/21  &amp;  5/24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Review   ·   NC.8.G.2–9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— spiral review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&amp; Pythagorean Theorem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Transformations, dilations &amp; volume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5/25  &amp;  5/26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Review   ·   NC.8.SP.1–4, all NC.8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cumulative mixed practice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&amp; two-way tables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EOG sampler</a:t>
            </a:r>
            <a:endParaRPr lang="en-US" sz="1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5/27  &amp;  5/28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Review   ·   NC.8.SP.1–4, all NC.8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cumulative mixed practice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Review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&amp; two-way tables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EOG sampler</a:t>
            </a:r>
            <a:endParaRPr lang="en-US" sz="1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  &amp;  6/2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Testing   ·   All NC.8 standards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cumulative mastery of all NC.8 standards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Testing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Math 8 End-of-Grade assessment administration</a:t>
            </a:r>
            <a:endParaRPr lang="en-US" sz="1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6/3  &amp;  6/4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Testing   ·   All NC.8 standards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cumulative mastery of all NC.8 standards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Testing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Math 8 End-of-Grade assessment administration</a:t>
            </a:r>
            <a:endParaRPr lang="en-US" sz="1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6/7  &amp;  6/8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Testing   ·   All NC.8 standards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cumulative mastery of all NC.8 standards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Testing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Math 8 End-of-Grade assessment administration</a:t>
            </a:r>
            <a:endParaRPr lang="en-US" sz="1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6/9  &amp;  6/10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Testing   ·   All NC.8 standards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cumulative mastery of all NC.8 standards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Testing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Math 8 End-of-Grade assessment administration</a:t>
            </a:r>
            <a:endParaRPr lang="en-US" sz="1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331720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4" name="Shape 2"/>
          <p:cNvSpPr/>
          <p:nvPr/>
        </p:nvSpPr>
        <p:spPr>
          <a:xfrm>
            <a:off x="9674352" y="502920"/>
            <a:ext cx="182880" cy="182880"/>
          </a:xfrm>
          <a:prstGeom prst="diamond">
            <a:avLst/>
          </a:prstGeom>
          <a:solidFill>
            <a:srgbClr val="F4A8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8755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Testing   ·   All NC.8 standards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303520" cy="2999232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179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75104"/>
            <a:ext cx="5303520" cy="146304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4791456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cumulative mastery of all NC.8 standards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4718304"/>
            <a:ext cx="530352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4718304"/>
            <a:ext cx="5303520" cy="603504"/>
          </a:xfrm>
          <a:prstGeom prst="roundRect">
            <a:avLst>
              <a:gd name="adj" fmla="val 18182"/>
            </a:avLst>
          </a:prstGeom>
          <a:solidFill>
            <a:srgbClr val="F4A81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5175504"/>
            <a:ext cx="5303520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71830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Ringer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52" y="5468112"/>
            <a:ext cx="47914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44768" y="1517904"/>
            <a:ext cx="5541264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  <a:effectLst>
            <a:outerShdw sx="100000" sy="100000" kx="0" ky="0" algn="bl" rotWithShape="0" blurRad="88900" dist="38100" dir="5400000">
              <a:srgbClr val="9DB4CC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517904"/>
            <a:ext cx="5541264" cy="603504"/>
          </a:xfrm>
          <a:prstGeom prst="roundRect">
            <a:avLst>
              <a:gd name="adj" fmla="val 18182"/>
            </a:avLst>
          </a:prstGeom>
          <a:solidFill>
            <a:srgbClr val="1C6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1975104"/>
            <a:ext cx="5541264" cy="146304"/>
          </a:xfrm>
          <a:prstGeom prst="rect">
            <a:avLst/>
          </a:prstGeom>
          <a:solidFill>
            <a:srgbClr val="1C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517904"/>
            <a:ext cx="5541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495604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Testing</a:t>
            </a:r>
            <a:endParaRPr lang="en-US" sz="18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7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Math 8 End-of-Grade assessment administration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8th Grade Math — Daily Agenda 2026-27</dc:title>
  <dc:subject>PptxGenJS Presentation</dc:subject>
  <dc:creator>Mr. Allen</dc:creator>
  <cp:lastModifiedBy>Mr. Allen</cp:lastModifiedBy>
  <cp:revision>1</cp:revision>
  <dcterms:created xsi:type="dcterms:W3CDTF">2026-06-21T20:33:14Z</dcterms:created>
  <dcterms:modified xsi:type="dcterms:W3CDTF">2026-06-21T20:33:14Z</dcterms:modified>
</cp:coreProperties>
</file>